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8B5A3C"/>
                </a:solidFill>
              </a:defRPr>
            </a:pPr>
            <a:r>
              <a:t>Products &amp; Services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46464"/>
                </a:solidFill>
              </a:defRPr>
            </a:pPr>
            <a:r>
              <a:t>Comprehensive Product Portfolio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8B5A3C"/>
                </a:solidFill>
              </a:defRPr>
            </a:pPr>
            <a:r>
              <a:t>Analysis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Product portfolio performance analysis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Service delivery metrics and quality assessment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Market positioning and competitive advantages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Customer satisfaction and feedback analysis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Revenue contribution by product/service category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8B5A3C"/>
                </a:solidFill>
              </a:defRPr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Top performing products identified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Service quality improvements recommended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Market expansion opportunities discovered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Customer retention strategies proposed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8B5A3C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Optimize high-performing product lines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Enhance service delivery processes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Develop new market entry strategies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Implement customer feedback systems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Focus on profitable service categories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